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— Best Candidate Review: Baseline (Day 18)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SoH estimation using LSTM, GRU and TCN  |  [Name]  |  [Date]  |  Internship / Mentor Review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sequences_v1.npz (IITG), 2,287 sequences, input 10 steps × 2 features, target SoH. Split 1,516 train / 379 val / 392 test. Day 18: MSE, Adam lr 0.001, batch 32, 30 epochs.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17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baseline — TEST set (392 sequences)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05840"/>
                <a:gridCol w="1005840"/>
                <a:gridCol w="1097280"/>
                <a:gridCol w="1097280"/>
                <a:gridCol w="109728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0.169238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0.215377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17.6940 %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−0.944397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15.66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0.0511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0.165251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0.211757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22.030 %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−0.879589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21.23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0.135121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0.184981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19.4802 %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−0.434305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0.0896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162,337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MAPE only on test sequences with SoH ≥ 0.20 (near-zero SoH makes unrestricted MAPE explode). Highlighted = best in column. Model file size: not recorded in any notebook.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337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Day 18 showed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TCN: best MAE, RMSE and R²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GRU: smallest model (40,129 params)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fastest training / inference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ranks LSTM &lt; TCN &lt; GRU, differing from MAE/RMSE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337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that motivated Day 19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36118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negative for all three: none beats the mean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Flat-band predictions and early overfitting flagged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fixed setup; no systematic tuning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verdict: none deployment-ready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— Hyperparameter Tuning &amp; Best Candidates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per model: 3 × 3 × 3 × 3 = 81 configs × 3 models = 243 total  |  Selection on VALIDATION RMSE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3108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32, 64, 128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0.0001, 0.0005, 0.001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0.0, 0.2, 0.4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16, 32, 64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65760" y="2560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val_loss, patience 8, max 50 epochs, best weights restored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not used for selection (no test evaluation in notebook)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914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per model — VALIDATION set (379)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332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"/>
                <a:gridCol w="566928"/>
                <a:gridCol w="457200"/>
                <a:gridCol w="502920"/>
                <a:gridCol w="502920"/>
                <a:gridCol w="822960"/>
                <a:gridCol w="658368"/>
                <a:gridCol w="60350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24.179864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24.179934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21.864853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251,841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3703320" y="2514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MAE: LSTM 15.947 | GRU 15.940 | TCN 14.768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3456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compare with Day 18: validation vs test, apparent 0–100 vs 0–1 scale (inferred, not printed), and Day 19 uses Keras models with different architectures (e.g. single-layer LSTM).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4069080"/>
            <a:ext cx="2743200" cy="822960"/>
          </a:xfrm>
          <a:prstGeom prst="rect">
            <a:avLst/>
          </a:prstGeom>
          <a:solidFill>
            <a:srgbClr val="F2F5F8"/>
          </a:solidFill>
          <a:ln w="6350">
            <a:solidFill>
              <a:srgbClr val="C8D1D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4069080"/>
            <a:ext cx="73152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2920" y="40873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accuracy candidate: lowest val RMSE, only clearly positive val R²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00400" y="4069080"/>
            <a:ext cx="2743200" cy="822960"/>
          </a:xfrm>
          <a:prstGeom prst="rect">
            <a:avLst/>
          </a:prstGeom>
          <a:solidFill>
            <a:srgbClr val="F2F5F8"/>
          </a:solidFill>
          <a:ln w="6350">
            <a:solidFill>
              <a:srgbClr val="C8D1D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0" y="4069080"/>
            <a:ext cx="73152" cy="822960"/>
          </a:xfrm>
          <a:prstGeom prst="rect">
            <a:avLst/>
          </a:prstGeom>
          <a:solidFill>
            <a:srgbClr val="1B7F8C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337560" y="40873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alternative: ~same RMSE as LSTM with 10,881 params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35040" y="4069080"/>
            <a:ext cx="2743200" cy="822960"/>
          </a:xfrm>
          <a:prstGeom prst="rect">
            <a:avLst/>
          </a:prstGeom>
          <a:solidFill>
            <a:srgbClr val="F2F5F8"/>
          </a:solidFill>
          <a:ln w="6350">
            <a:solidFill>
              <a:srgbClr val="C8D1D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4069080"/>
            <a:ext cx="73152" cy="822960"/>
          </a:xfrm>
          <a:prstGeom prst="rect">
            <a:avLst/>
          </a:prstGeom>
          <a:solidFill>
            <a:srgbClr val="6B7B8C"/>
          </a:solidFill>
          <a:ln w="12700">
            <a:solidFill>
              <a:srgbClr val="6B7B8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72200" y="40873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reference candidate: val R² ≈ 0 (near-mean predictions)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Weaknesses, Week-4 Direction &amp; Mentor Approval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best candidate: TCN (accuracy evidence)  |  Alternative: GRU (efficiency)  |  Not deployment-ready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68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weaknesses (implications are hypotheses)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implication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next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test R² (all models, Day 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beating mean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Test-evaluate tuned models; mean-predictor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LSTM/GRU val R² ≈ 0; top-10 all ≈ 24.18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Near-constant predictions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histograms, learning curves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Flat-band predictions, early overfitting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use of input 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vs true SoH plots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rank ≠ MAE/RMSE 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Low-SoH sensitivity (SoH ≥ 0.20)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by SoH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TCN largest/slowest; best epoch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vs gain; fast overfit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Seeds, cost comparison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18/19 models differ; no file size, no tuned test results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not fully linked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in one setup; record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806440" y="868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Week-4 plan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14300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Test-evaluate tuned models once, consistent scaling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negative R² and flat-band outputs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Best/worst prediction error analysis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/ ablation study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model size and inference time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model after mentor feedback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2926080"/>
            <a:ext cx="3017520" cy="1920240"/>
          </a:xfrm>
          <a:prstGeom prst="rect">
            <a:avLst/>
          </a:prstGeom>
          <a:solidFill>
            <a:srgbClr val="D9EEF0"/>
          </a:solidFill>
          <a:ln w="12700">
            <a:solidFill>
              <a:srgbClr val="1B7F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2971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Mentor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TCN as primary candidate?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as lightweight alternative?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accuracy or efficiency?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robustness/ablation first?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current evaluation sufficient?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from files: prediction plots, tuned test metrics, model file size.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2026-10-16T15:35:39Z</dcterms:created>
  <dcterms:modified xsi:type="dcterms:W3CDTF">2026-10-16T15:35:39Z</dcterms:modified>
</cp:coreProperties>
</file>